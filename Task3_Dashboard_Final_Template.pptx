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730DB-25FF-463A-8D11-2CE89281262F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414A8-555E-4AB9-A01F-7719F9296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3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414A8-555E-4AB9-A01F-7719F9296E1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39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PERFORMANCE DASHBOARD - 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486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TOTAL SALES</a:t>
            </a:r>
          </a:p>
          <a:p>
            <a:r>
              <a:rPr dirty="0"/>
              <a:t>10.03 Million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486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CUSTOMER</a:t>
            </a:r>
          </a:p>
          <a:p>
            <a:r>
              <a:t>Euro Shopping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486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PRODUCT</a:t>
            </a:r>
          </a:p>
          <a:p>
            <a:r>
              <a:t>Classic Cars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59" y="5486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COUNTRY</a:t>
            </a:r>
          </a:p>
          <a:p>
            <a:r>
              <a:t>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46304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Top Customers Bar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9114" y="137160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Product Line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01752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Country Sales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Monthly Sales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457200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Deal Size Pie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57200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Correlation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5154417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KEY FINDINGS:</a:t>
            </a:r>
          </a:p>
          <a:p>
            <a:r>
              <a:rPr dirty="0"/>
              <a:t>• Euro Shopping Channel is the highest revenue customer</a:t>
            </a:r>
          </a:p>
          <a:p>
            <a:r>
              <a:rPr dirty="0"/>
              <a:t>• Classic Cars generated the highest revenue</a:t>
            </a:r>
          </a:p>
          <a:p>
            <a:r>
              <a:rPr dirty="0"/>
              <a:t>• USA is the top-performing market</a:t>
            </a:r>
          </a:p>
          <a:p>
            <a:r>
              <a:rPr dirty="0"/>
              <a:t>• November recorded the highest sales</a:t>
            </a:r>
          </a:p>
          <a:p>
            <a:r>
              <a:rPr dirty="0"/>
              <a:t>• Medium-sized deals contribute the largest revenue share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8BD240-D196-3B68-9E51-F2427CEC4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9" y="1114733"/>
            <a:ext cx="3166680" cy="15087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6F6B8-7363-D70B-3C2C-3295DA1A5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09830"/>
            <a:ext cx="3653231" cy="13230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A8DFE7-24E6-580C-A485-6F06C9F1B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81" y="3953163"/>
            <a:ext cx="2396847" cy="10962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B45995-B799-355C-8943-2C048CDACF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114" y="1128496"/>
            <a:ext cx="2936748" cy="14318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5B740F-65F9-ADAB-1F3B-D90B277290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1871" y="2581257"/>
            <a:ext cx="3348025" cy="9583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882C35-4AC9-4398-A916-D82EB8C4EB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996813"/>
            <a:ext cx="3383279" cy="958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</Words>
  <Application>Microsoft Office PowerPoint</Application>
  <PresentationFormat>On-screen Show (4:3)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akula sri manogna</cp:lastModifiedBy>
  <cp:revision>2</cp:revision>
  <dcterms:created xsi:type="dcterms:W3CDTF">2013-01-27T09:14:16Z</dcterms:created>
  <dcterms:modified xsi:type="dcterms:W3CDTF">2026-06-15T13:13:29Z</dcterms:modified>
  <cp:category/>
</cp:coreProperties>
</file>